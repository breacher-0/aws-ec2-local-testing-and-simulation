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000">
                <a:solidFill>
                  <a:srgbClr val="003366"/>
                </a:solidFill>
              </a:defRPr>
            </a:pPr>
            <a:r>
              <a:t>Cloud Simulation &amp; Software Validation Demo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800">
                <a:solidFill>
                  <a:srgbClr val="000000"/>
                </a:solidFill>
              </a:defRPr>
            </a:pPr>
            <a:r>
              <a:t>Ahmed Firas Mahmoud Khalil</a:t>
            </a:r>
          </a:p>
          <a:p>
            <a:r>
              <a:t>Student ID: U23LYAZ801</a:t>
            </a:r>
          </a:p>
          <a:p/>
          <a:p>
            <a:r>
              <a:t>Subject: Building and Testing a Localized AWS Ecosystem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1. The Core Concept: 'The Magic Box'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To understand this project, you must first understand the environment.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In professional engineering, we don’t want to test directly on the internet where it costs money and is slow. Instead, we use a 'Magic Box.'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Docker: An isolated, tiny computer inside your laptop. It carves out a slice of your CPU and memory separate from your personal files.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1. The Core Concept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LocalStack: A simulator inside the Docker 'Magic Box' that 'pretends' to be the AWS cloud. It looks, acts, and talks exactly like the real AWS.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The Tunnel (Port 4566): We created a digital tunnel (Port 4566) that connects your computer to the simulator inside the box. Every piece of code we wrote sends its data through this tunnel.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 Meet the Characters (The AWS Services)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We are simulating three specific cloud tools, each with a unique job: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S3 (Simple Storage Service): A giant, programmable hard drive. We created a 'Bucket' (a folder) called university-docs to store the files you upload.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Lambda (The Worker): This is 'Serverless' computing. A worker who stays asleep until an alarm goes off. When a file is uploaded, the worker wakes up, validates, and goes back to sleep.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 Meet the Characters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CloudWatch (The Logbook): This is a digital notebook.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Every time the Worker (Lambda) wakes up, they write a note here so we can verify their work later.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3. The Invisible Conversation (The Plumbing)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1. The Courier (AWS SDK): Our React website uses a special library called the AWS SDK. Think of this as a highly trained Courier. We gave the Courier a specific address: http://localhost:4566.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2. The Handshake: When you click 'Upload,' the website hands the file to the Courier. The Courier packages it into a specific format that cloud systems understand.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3. The Invisible Conversation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3. The Receptionist: Inside the Magic Box, LocalStack acts as a Receptionist.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It catches the file, identifies it as an 'S3 Storage' request, and places it in the storage room.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4. The Reaction: 'The Silent Alarm'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The most powerful part of this project is the Event-Driven Trigger.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The Setup: We wrote a blueprint (the serverless.yml file) that installed a sensor in the S3 storage room.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The Trigger: The moment a file hits the floor of the S3 bucket, a Silent Alarm goes 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4. The Reaction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The Lambda Reaction: The Alarm immediately wakes up the Lambda worker.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The worker receives a 'Note' (a JSON Event Object) telling it the file's name and size.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The worker then writes its validation message in the CloudWatch Logbook.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5. The Dashboard (The React Frontend)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State Management: The app is a 'State Machine.' It tracks whether it is currently 'Idle,' 'Uploading,' or if it has reached a 'Success' state.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This allows the UI to change (e.g., showing a progress spinner) in real-time.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Visual Excellence: We used Vanilla CSS to create a premium, dark-mode design. Used 'Clean Class Names' (like .upload-btn).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6. Manual Validation: The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In this demo, we don't just hope it works; we prove it manually.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1. Direct Action: Upload a real document through the React Dashboard.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2. Backend Interrogation: Use the custom 'view_logs.js' tool to see the Cloud's brain.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3. Proof: The logs explicitly show the S3 event triggering the Lambda worker.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6. Manual Validation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The Audit Trail: Every upload generates a unique Request ID in CloudWatch.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Transparency: We can see the exact size, timestamp, and success status of the validation.</a:t>
            </a:r>
          </a:p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• Stability: Removing automated robots ensures the live demo is 100% controlled by the presenter.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</a:defRPr>
            </a:pPr>
            <a:r>
              <a:t>7. File-by-File Purpose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21792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</a:defRPr>
                      </a:pPr>
                      <a:r>
                        <a:t>File Name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0000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docker-compose.yml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Instructions to build and start the 'Magic Box' (LocalStack).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serverless.yml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Blueprint for S3 buckets and Lambda workers.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handler.js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The actual code the Lambda worker runs (The Logic).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App.jsx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Frontend dashboard logic and SDK connection.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view_logs.js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Custom tool to see the Cloud Brain (Validation Logs).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apply_cors.js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Utility to unlock S3 security for the browser.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High-level guide for other engineers.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8. Summary for the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defRPr sz="2200">
                <a:solidFill>
                  <a:srgbClr val="000000"/>
                </a:solidFill>
              </a:defRPr>
            </a:pPr>
            <a:r>
              <a:t>"This project demonstrates a fully automated, self-validating cloud pipeline. By simulating AWS locally via Docker and LocalStack, we have created a risk-free environment to test Event-Driven Architecture. We have successfully linked a React dashboard to a Lambda function via S3, and we have established a robust manual validation workflow."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