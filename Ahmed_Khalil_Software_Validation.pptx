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Cloud Simulation &amp; Software Validation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000000"/>
                </a:solidFill>
              </a:defRPr>
            </a:pPr>
            <a:r>
              <a:t>Ahmed Firas Mahmoud Khalil</a:t>
            </a:r>
          </a:p>
          <a:p>
            <a:r>
              <a:t>Student ID: U23LYAZ801</a:t>
            </a:r>
          </a:p>
          <a:p/>
          <a:p>
            <a:r>
              <a:t>Subject: Building and Testing a Localized AWS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1. The Core Concept: 'The Magic Box'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To understand this project, you must first understand the environment.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In professional engineering, we don’t want to test directly on the internet where it costs money and is slow. Instead, we use a 'Magic Box.'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Docker: An isolated, tiny computer inside your laptop. It carves out a slice of your CPU and memory separate from your personal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1. The Core Concept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LocalStack: A simulator inside the Docker 'Magic Box' that 'pretends' to be the AWS cloud. It looks, acts, and talks exactly like the real AWS.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The Tunnel (Port 4566): We created a digital tunnel (Port 4566) that connects your computer to the simulator inside the box. Every piece of code we wrote sends its data through this tunnel.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2. Meet the Characters (The AWS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We are simulating three specific cloud tools, each with a unique job: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S3 (Simple Storage Service): A giant, programmable hard drive. We created a 'Bucket' (a folder) called university-docs to store the files you upload.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Lambda (The Worker): This is 'Serverless' computing. A worker who stays asleep until an alarm goes off. When a file is uploaded, the worker wakes up, validates, and goes back to sleep.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2. Meet the Characters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CloudWatch (The Logbook): This is a digital notebook.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Every time the Worker (Lambda) wakes up, they write a note here so we can verify their work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3. The Invisible Conversation (The Plumbing)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1. The Courier (AWS SDK): Our React website uses a special library called the AWS SDK. Think of this as a highly trained Courier. We gave the Courier a specific address: http://localhost:4566.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2. The Handshake: When you click 'Upload,' the website hands the file to the Courier. The Courier packages it into a specific format that cloud systems understand.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3. The Invisible Conversation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3. The Receptionist: Inside the Magic Box, LocalStack acts as a Receptionist.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It catches the file, identifies it as an 'S3 Storage' request, and places it in the storage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4. The Reaction: 'The Silent Alarm'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The most powerful part of this project is the Event-Driven Trigger.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The Setup: We wrote a blueprint (the serverless.yml file) that installed a sensor in the S3 storage room.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The Trigger: The moment a file hits the floor of the S3 bucket, a Silent Alarm goes 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4. The Reaction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The Lambda Reaction: The Alarm immediately wakes up the Lambda worker.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The worker receives a 'Note' (a JSON Event Object) telling it the file's name and size.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The worker then writes its validation message in the CloudWatch Logbook.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5. The Dashboard (The React 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State Management: The app is a 'State Machine.' It tracks whether it is currently 'Idle,' 'Uploading,' or if it has reached a 'Success' state.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This allows the UI to change (e.g., showing a progress spinner) in real-time.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• Visual Excellence: We used Vanilla CSS to create a premium, dark-mode design. Used 'Clean Class Names' (like .upload-btn).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6. The Audit (Playwright Validation)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As a Lead QA Engineer, we don't just hope it works; we prove it.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1. Automated Interaction: The Robot opens the browser, finds the upload button, and 'injects' a test file.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2. API Interrogation: The Robot talks directly to the LocalStack API and asks: 'Show me the list of files. Is test-file.txt there?'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6. The Audit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3. Log Verification: The Robot then checks the CloudWatch Logbook to ensure the Lambda worker actually recorded a 'Validation Event.'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7. File-by-File Purpose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</a:tblGrid>
              <a:tr h="49876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File Name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987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docker-compose.yml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Instructions to build and start the 'Magic Box' (LocalStack).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package.json (Root)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The remote control to start the demo with one command.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serverless.yml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Blueprint for S3 buckets and Lambda workers.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handler.js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The actual code the Lambda worker runs (The Logic).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App.jsx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Frontend dashboard logic and SDK connection.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App.css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Premium styling and user interface layout.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main.jsx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The 'Ignition' file that starts the React engine.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upload.spec.js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The script for the Playwright Robot Auditor.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playwright.config.js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Master settings for the Robot Auditor.</a:t>
                      </a:r>
                    </a:p>
                  </a:txBody>
                  <a:tcPr/>
                </a:tc>
              </a:tr>
              <a:tr h="4987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README.md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High-level guide for other engineers.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8. Summary for the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</a:defRPr>
            </a:pPr>
            <a:r>
              <a:t>"This project demonstrates a fully automated, self-validating cloud pipeline. By simulating AWS locally via Docker and LocalStack, we have created a risk-free environment to test Event-Driven Architecture. We have successfully linked a React dashboard to a Lambda function via S3, and we have used Playwright to provide a 100% automated proof of quality."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