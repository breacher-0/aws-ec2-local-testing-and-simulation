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8"/>
  </p:normalViewPr>
  <p:slideViewPr>
    <p:cSldViewPr snapToGrid="0" snapToObjects="1">
      <p:cViewPr varScale="1">
        <p:scale>
          <a:sx n="118" d="100"/>
          <a:sy n="118" d="100"/>
        </p:scale>
        <p:origin x="167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F172A"/>
                </a:solidFill>
              </a:defRPr>
            </a:pPr>
            <a:r>
              <a:t>Cloud Simulation &amp; Software Validation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0284C7"/>
                </a:solidFill>
              </a:defRPr>
            </a:pPr>
            <a:r>
              <a:t>Ahmed Firas Mahmoud Khalil</a:t>
            </a:r>
          </a:p>
          <a:p>
            <a:r>
              <a:t>Student ID: U23LYAZ801</a:t>
            </a:r>
          </a:p>
          <a:p>
            <a:r>
              <a:t>Subject: Building and Testing a Localized AWS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284C7"/>
                </a:solidFill>
              </a:defRPr>
            </a:pPr>
            <a:r>
              <a:t>1. The Core Concept: 'The Magic Box'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To understand this project, you must first understand the environment.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In professional engineering, we don’t want to test directly on the internet where it costs money and is slow. Instead, we use a 'Magic Box.'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Docker: An isolated, tiny computer inside your laptop. It carves out a slice of your CPU and memory separate from your personal files.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LocalStack: A simulator inside the Magic Box that 'pretends' to be the AWS cloud. It acts and talks like the real AWS locally.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284C7"/>
                </a:solidFill>
              </a:defRPr>
            </a:pPr>
            <a:r>
              <a:t>1. The Core Concept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• The Tunnel (Port 4566): We created a digital tunnel that connects your computer to the simulator inside the box.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Every piece of code we wrote sends its data through this specific tunnel to ensure the simulation stays isolated and fast.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284C7"/>
                </a:solidFill>
              </a:defRPr>
            </a:pPr>
            <a:r>
              <a:t>2. Meet the Characters (The AWS Services)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We are simulating three specific cloud tools, each with a unique job: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S3 (Simple Storage Service): A giant, programmable hard drive. We created a 'Bucket' called university-docs to store uploaded files.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Lambda (The Worker): Serverless computing. A worker who stays asleep until an alarm goes off. It wakes up, validates, and goes back to sleep.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284C7"/>
                </a:solidFill>
              </a:defRPr>
            </a:pPr>
            <a:r>
              <a:t>2. Meet the Characters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• CloudWatch (The Logbook): A digital notebook.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Every time the Worker (Lambda) wakes up, they write a note here so we can verify their work later.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This provides the 'Audit Trail' necessary for software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284C7"/>
                </a:solidFill>
              </a:defRPr>
            </a:pPr>
            <a:r>
              <a:t>3. The Invisible Conversation (The Plumbing)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1. The Courier (AWS SDK): Our React website uses the AWS SDK library. Think of this as a highly trained Courier with the address: http://localhost:4566.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2. The Handshake: When you click 'Upload,' the website hands the file to the Courier. The Courier packages it for the cloud and runs it through the Tunnel.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284C7"/>
                </a:solidFill>
              </a:defRPr>
            </a:pPr>
            <a:r>
              <a:t>3. The Invisible Conversation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3. The Receptionist: Inside the Magic Box, LocalStack acts as a Receptionist.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It catches the file, identifies it as an 'S3 Storage' request, and places it in the storage room.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This completes the 'External to Internal' data transfer.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284C7"/>
                </a:solidFill>
              </a:defRPr>
            </a:pPr>
            <a:r>
              <a:t>4. The Reaction: 'The Silent Alarm'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The most powerful part of this project is the Event-Driven Trigger.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The Setup: We wrote a blueprint (serverless.yml) that installed a sensor in the S3 storage room.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The Trigger: The moment a file hits the floor of the S3 bucket, a Silent Alarm goes off.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284C7"/>
                </a:solidFill>
              </a:defRPr>
            </a:pPr>
            <a:r>
              <a:t>4. The Reaction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• The Lambda Reaction: The Alarm immediately wakes up the Lambda worker.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The worker receives a 'Note' (JSON Event Object) telling it the file's name and size.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The worker then writes its validation message in the CloudWatch Logbook.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284C7"/>
                </a:solidFill>
              </a:defRPr>
            </a:pPr>
            <a:r>
              <a:t>5. The Dashboard (The React Frontend)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rPr dirty="0"/>
              <a:t>• State Management: The app is a 'State Machine.' It tracks 'Idle,' 'Uploading,' or 'Success' to change the UI (like progress spinners) in real-time.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rPr dirty="0"/>
              <a:t>• Visual Excellence: </a:t>
            </a:r>
            <a:r>
              <a:rPr lang="en-US" dirty="0"/>
              <a:t>U</a:t>
            </a:r>
            <a:r>
              <a:rPr dirty="0"/>
              <a:t>sed Vanilla CSS for a premium dark-mode design. 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rPr dirty="0"/>
              <a:t>• Readable Code: Used 'Clean Class Names'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284C7"/>
                </a:solidFill>
              </a:defRPr>
            </a:pPr>
            <a:r>
              <a:t>6. The Audit (Playwright Validation)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rPr dirty="0"/>
              <a:t>As a Lead QA Engineer, we don't just hope it works; we prove it.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rPr dirty="0"/>
              <a:t>1. Automated Interaction: The Playwright Robot opens the browser, finds the upload button, and injects a test file.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rPr dirty="0"/>
              <a:t>2. API Interrogation: The Robot talks directly to the </a:t>
            </a:r>
            <a:r>
              <a:rPr dirty="0" err="1"/>
              <a:t>LocalStack</a:t>
            </a:r>
            <a:r>
              <a:rPr dirty="0"/>
              <a:t> API to verify the file actually exists in the bucket.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284C7"/>
                </a:solidFill>
              </a:defRPr>
            </a:pPr>
            <a:r>
              <a:t>6. The Audit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3. Log Verification: The Robot checks the CloudWatch Logbook to ensure the Lambda worker actually recorded a 'Validation Event.'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This ensures the entire backend pipeline is functioning correctly, not just the frontend UI.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284C7"/>
                </a:solidFill>
              </a:defRPr>
            </a:pPr>
            <a:r>
              <a:t>7. File-by-File Purpose Breakdown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4155"/>
                          </a:solidFill>
                        </a:defRPr>
                      </a:pPr>
                      <a:r>
                        <a:t>File Name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4155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docker-compose.yml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Instructions to build/start the Magic Box (LocalStack).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package.json (Root)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The remote control to start the demo with one command.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serverless.yml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The blueprint for S3 buckets and Lambda workers.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handler.js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The actual code the Lambda worker runs (The Logic).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App.jsx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Frontend dashboard logic and SDK connection.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App.css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Premium dark-mode styling and user interface layout.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main.jsx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The 'Ignition' file that starts the React engine.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upload.spec.js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The script for the Playwright Robot Auditor.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playwright.config.js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Master settings for the Robot Auditor.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README.md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High-level guide for other engineers.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284C7"/>
                </a:solidFill>
              </a:defRPr>
            </a:pPr>
            <a:r>
              <a:t>8. Summary for the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• This project demonstrates a fully automated, self-validating cloud pipeline.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• By simulating AWS via Docker and LocalStack, we created a risk-free environment for Event-Driven Architecture.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• We successfully linked React to Lambda via S3, with Playwright providing 100% automated proof of quality.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945</Words>
  <Application>Microsoft Macintosh PowerPoint</Application>
  <PresentationFormat>On-screen Show (4:3)</PresentationFormat>
  <Paragraphs>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Cloud Simulation &amp; Software Validation Demo</vt:lpstr>
      <vt:lpstr>1. The Core Concept: 'The Magic Box'</vt:lpstr>
      <vt:lpstr>1. The Core Concept (Continued)</vt:lpstr>
      <vt:lpstr>2. Meet the Characters (The AWS Services)</vt:lpstr>
      <vt:lpstr>2. Meet the Characters (Continued)</vt:lpstr>
      <vt:lpstr>3. The Invisible Conversation (The Plumbing)</vt:lpstr>
      <vt:lpstr>3. The Invisible Conversation (Continued)</vt:lpstr>
      <vt:lpstr>4. The Reaction: 'The Silent Alarm'</vt:lpstr>
      <vt:lpstr>4. The Reaction (Continued)</vt:lpstr>
      <vt:lpstr>5. The Dashboard (The React Frontend)</vt:lpstr>
      <vt:lpstr>6. The Audit (Playwright Validation)</vt:lpstr>
      <vt:lpstr>6. The Audit (Continued)</vt:lpstr>
      <vt:lpstr>7. File-by-File Purpose Breakdown</vt:lpstr>
      <vt:lpstr>8. Summary for the Demo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AHMED FIRAS MAHMOUD KHALIL</cp:lastModifiedBy>
  <cp:revision>2</cp:revision>
  <dcterms:created xsi:type="dcterms:W3CDTF">2013-01-27T09:14:16Z</dcterms:created>
  <dcterms:modified xsi:type="dcterms:W3CDTF">2026-04-25T11:23:36Z</dcterms:modified>
  <cp:category/>
</cp:coreProperties>
</file>